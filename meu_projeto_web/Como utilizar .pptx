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6" y="4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FA288521-4F6D-BEA7-4374-393DB39638AE}"/>
              </a:ext>
            </a:extLst>
          </p:cNvPr>
          <p:cNvPicPr preferRelativeResize="0"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957262"/>
            <a:ext cx="9000000" cy="59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8230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3EA0B-F031-1A4D-02E9-53AB84728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75F97AD-A828-9E80-B605-8E0BD715E10E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8000"/>
            <a:ext cx="9000000" cy="59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970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1D750-1BE2-116A-E492-931BD5730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25AD4D0-59A4-4B86-D619-336069204E2A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8000"/>
            <a:ext cx="9000000" cy="59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492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47070-C208-3781-EB82-B35B8FE17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1C6DA3F-E8CD-53B2-ECD7-A4AFDA9D1195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8000"/>
            <a:ext cx="9000000" cy="59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071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DF67D-4564-86F5-0DA2-E1C2855FC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FDC5374-1609-C686-DA4F-DF49CBDD88D1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8000"/>
            <a:ext cx="9000000" cy="59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29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59E7F-18B9-9220-9B3E-5F49E41C5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785802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{634E3DDA-FAEF-4714-8318-26203462B852}TF6d5feb1e-e145-43f1-b745-cb4b54c5ee974db0861f-e580bbd8a4c7</Template>
  <TotalTime>6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9" baseType="lpstr">
      <vt:lpstr>Arial</vt:lpstr>
      <vt:lpstr>Tw Cen MT</vt:lpstr>
      <vt:lpstr>Circuito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Vanderson Souza</dc:creator>
  <cp:lastModifiedBy>Vanderson Souza</cp:lastModifiedBy>
  <cp:revision>1</cp:revision>
  <dcterms:created xsi:type="dcterms:W3CDTF">2026-05-27T01:28:18Z</dcterms:created>
  <dcterms:modified xsi:type="dcterms:W3CDTF">2026-05-27T01:34:37Z</dcterms:modified>
</cp:coreProperties>
</file>